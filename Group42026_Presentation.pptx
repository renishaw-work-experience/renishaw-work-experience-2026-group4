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91DA6-1C84-C32A-C455-0543E77D4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70D1A0-0B0E-436A-DF7F-BC8F49E0B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A9548-E024-4CB9-E855-91252200A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F5E38-89DE-3E79-230F-0718F07F6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41233-005C-CFF2-6670-37864368C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30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ADE9C-A71A-E201-CACF-E646EAB7A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6164A-5A01-9184-E593-70BE8CC63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12C2D-F753-EF56-A3EB-62394748F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EE8C8-7E2D-C832-204A-E59B72B05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B962E5-A21A-B279-A2F6-EBAD88D1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214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70817-14AC-554C-56C9-013FAD388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BA88C-CB65-82D0-69E1-4CDE5A441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679F7-28A1-DE54-F8CF-DC79D0FA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D4843-ADC0-9FE7-A37A-2377CA134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9394B-C3A9-D8A2-A807-6B0EEE7C5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295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735AF-382A-430D-45B8-4650FBA45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AD995-21DF-D232-FCD4-E399E4121A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2CE30-B1B1-7632-AA07-D4B47F84C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0585D-1E53-A0BB-AFFA-8830EB0BD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59A13-CF28-4BA1-1DA5-D0F903A6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F6D56-D79D-FF67-F3CD-A4C7BB0F9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091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239C2-759A-B064-DECD-961661DE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0E61E-C96E-8614-CF30-8E326E2C7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FE17E-528E-647A-F3AD-0EF47BF6E9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B8A23F-9EF8-D8C3-1723-6CE2A1E6A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3F7C9-60D6-28C7-09AC-0C672DB7A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936BB1-1A6C-C736-D512-31061ADE6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5ACAF-54DA-CB64-C465-7E081F4D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82099A-D8D5-D1B8-36EC-6C10C59EC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096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15CFA-400B-7910-9351-BC6B269D1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199DBE-193F-0588-FD16-8BB3C7B7B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FC81DB-0111-614B-130D-5BF260099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2F022-7B51-2CA5-5249-D2E347354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9285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251E8-0B9E-093B-1E80-50303C5A6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A34426-FCFD-DF05-F522-8591517A4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1A4E5-79A4-18B2-FC36-19B89762D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25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A162D-5C86-4134-219E-7450E029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BB95F-213E-F87B-4E5B-3D4E998C1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CC827B-B7B0-2DC5-7115-C2B1C15E8D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8D3BF-7848-AD9F-033B-8FF435105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741AD3-66C5-E112-14EF-2F3E40E5A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C02FA-3CEE-8879-348B-433BF8166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398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8D014-5BEC-73F0-7FA6-2309E6DF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F4B28-8E33-EDCC-C1C3-003B01726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61ECA-49CE-4BC2-F2D4-C7B988396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C5CA2-3C53-B75C-19A4-26A03FBF5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A70305-B589-B0B5-DF03-5466DADAE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B12430-187A-005E-42BE-1FAAACE28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25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114DB-2C0C-FBE2-6EB5-CADEF6E8B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6ED84B-139D-6D61-35EC-863DDBEDF9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EFF61-1CC7-7719-415B-3333CE08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281DC-1787-CAA8-08C9-7E176DC92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17837-D5BB-7635-196B-3982422F7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116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C1680-4CAF-8C3B-ACAB-55EEA9235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3F365-A0E7-9BBF-648F-C8F9E205F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7D52A-C569-4232-6E8B-9C3DECADC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295B3-771E-65A7-31F5-A5FEF9392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C1869-71C0-245D-CD64-6A3703678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07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88DB76-3D9B-C462-8226-2DBDDEA60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A2EA4-E82C-BCC0-4959-B7DD25E9D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3CB21-6389-823A-268D-93A409213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A0B2E-4730-4031-A625-8BDDFCFCA428}" type="datetimeFigureOut">
              <a:rPr lang="en-GB" smtClean="0"/>
              <a:t>14/07/2026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B5B8F1-EA3C-91C9-3A0D-9C2C1442E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E4490-2FC3-4F4F-FA1E-1FFB37AE2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50412D-B8D3-4784-A625-CC7E41D11FB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2414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D02FA-2F7C-2925-C847-1F2FF9F6DC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/>
              <a:t>ReniChat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378E01-C246-5679-7B51-5394ACA95A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Jedd, William, Archie, Archie, Ben, Sam</a:t>
            </a:r>
          </a:p>
        </p:txBody>
      </p:sp>
    </p:spTree>
    <p:extLst>
      <p:ext uri="{BB962C8B-B14F-4D97-AF65-F5344CB8AC3E}">
        <p14:creationId xmlns:p14="http://schemas.microsoft.com/office/powerpoint/2010/main" val="4130580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A7EAC-F853-BBBC-87DA-9DA9D7985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18E57-9DD2-00AA-F636-81F9B8F82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Make a chat platform that can communicate across devices</a:t>
            </a:r>
          </a:p>
          <a:p>
            <a:r>
              <a:rPr lang="en-GB" dirty="0"/>
              <a:t>Multiple users can send and receive in a chat room</a:t>
            </a:r>
          </a:p>
          <a:p>
            <a:r>
              <a:rPr lang="en-GB" dirty="0"/>
              <a:t>Users can be in multiple chat rooms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sz="4000" u="sng" dirty="0"/>
              <a:t>Why?</a:t>
            </a:r>
          </a:p>
          <a:p>
            <a:pPr marL="0" indent="0">
              <a:buNone/>
            </a:pPr>
            <a:r>
              <a:rPr lang="en-GB" dirty="0"/>
              <a:t>We decided on the chat platform as we thought it would challenge us the most as we had not done something like this before.</a:t>
            </a:r>
          </a:p>
        </p:txBody>
      </p:sp>
    </p:spTree>
    <p:extLst>
      <p:ext uri="{BB962C8B-B14F-4D97-AF65-F5344CB8AC3E}">
        <p14:creationId xmlns:p14="http://schemas.microsoft.com/office/powerpoint/2010/main" val="33852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F5CB8-4452-E45B-DD72-57BE91E7A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Roadblocks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88F13-17F8-8EBC-7D34-2CAD1FA0B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Most of us understand Python (varying experience)</a:t>
            </a:r>
          </a:p>
          <a:p>
            <a:endParaRPr lang="en-GB" dirty="0"/>
          </a:p>
          <a:p>
            <a:r>
              <a:rPr lang="en-GB" dirty="0"/>
              <a:t>A way to store the data</a:t>
            </a:r>
          </a:p>
          <a:p>
            <a:pPr lvl="1"/>
            <a:r>
              <a:rPr lang="en-GB" dirty="0"/>
              <a:t>We used SQL databases to store accounts, messages and chat rooms</a:t>
            </a:r>
          </a:p>
          <a:p>
            <a:pPr lvl="1"/>
            <a:endParaRPr lang="en-GB" dirty="0"/>
          </a:p>
          <a:p>
            <a:r>
              <a:rPr lang="en-GB" dirty="0"/>
              <a:t>Networking</a:t>
            </a:r>
          </a:p>
          <a:p>
            <a:endParaRPr lang="en-GB" dirty="0"/>
          </a:p>
          <a:p>
            <a:r>
              <a:rPr lang="en-GB" dirty="0"/>
              <a:t>Source Control</a:t>
            </a:r>
          </a:p>
          <a:p>
            <a:pPr lvl="1"/>
            <a:r>
              <a:rPr lang="en-GB" dirty="0"/>
              <a:t>We had to “Git” some help</a:t>
            </a:r>
          </a:p>
        </p:txBody>
      </p:sp>
    </p:spTree>
    <p:extLst>
      <p:ext uri="{BB962C8B-B14F-4D97-AF65-F5344CB8AC3E}">
        <p14:creationId xmlns:p14="http://schemas.microsoft.com/office/powerpoint/2010/main" val="2121846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E12FA-0614-FB2B-C0C5-3F535019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we did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A98BC-03D5-4759-EE99-B46C0759A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Created a database using SQL</a:t>
            </a:r>
          </a:p>
          <a:p>
            <a:r>
              <a:rPr lang="en-GB" dirty="0"/>
              <a:t>Used python and sqlite3 combo to communicate to and from the database</a:t>
            </a:r>
          </a:p>
          <a:p>
            <a:r>
              <a:rPr lang="en-GB" dirty="0"/>
              <a:t>Used python to handle the UI, allowing the user to intuitively use our software</a:t>
            </a:r>
          </a:p>
          <a:p>
            <a:pPr lvl="1"/>
            <a:r>
              <a:rPr lang="en-GB" dirty="0"/>
              <a:t>Custom </a:t>
            </a:r>
            <a:r>
              <a:rPr lang="en-GB" dirty="0" err="1"/>
              <a:t>Tkinter</a:t>
            </a:r>
            <a:endParaRPr lang="en-GB" dirty="0"/>
          </a:p>
          <a:p>
            <a:r>
              <a:rPr lang="en-GB" dirty="0"/>
              <a:t>Some networking stuff</a:t>
            </a:r>
          </a:p>
        </p:txBody>
      </p:sp>
    </p:spTree>
    <p:extLst>
      <p:ext uri="{BB962C8B-B14F-4D97-AF65-F5344CB8AC3E}">
        <p14:creationId xmlns:p14="http://schemas.microsoft.com/office/powerpoint/2010/main" val="3520083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ReniChat</vt:lpstr>
      <vt:lpstr>Our Challenge</vt:lpstr>
      <vt:lpstr>Roadblocks</vt:lpstr>
      <vt:lpstr>How we did 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STEM User</dc:creator>
  <cp:lastModifiedBy>STEM User</cp:lastModifiedBy>
  <cp:revision>1</cp:revision>
  <dcterms:created xsi:type="dcterms:W3CDTF">2026-07-14T13:52:08Z</dcterms:created>
  <dcterms:modified xsi:type="dcterms:W3CDTF">2026-07-14T13:52:08Z</dcterms:modified>
</cp:coreProperties>
</file>